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</a:rPr>
              <a:t> ALGOFORGE HACKATHON 2026 · DAA TRACK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Task Dependency Visualizer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DDDD"/>
                </a:solidFill>
              </a:rPr>
              <a:t>See your project schedule take shape — or see exactly which tasks make it impossible.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32765" y="3291840"/>
            <a:ext cx="7331075" cy="75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Team no: </a:t>
            </a:r>
            <a:r>
              <a:rPr lang="en-US" sz="1500" dirty="0">
                <a:solidFill>
                  <a:srgbClr val="FFFFFF"/>
                </a:solidFill>
              </a:rPr>
              <a:t>[17]</a:t>
            </a:r>
            <a:endParaRPr lang="en-US" sz="15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NAME: RIDHI TIWARI[25MVCSMR0698]</a:t>
            </a:r>
            <a:endParaRPr lang="en-US" sz="15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NAME: TRISHA YELPULA[25MVCSMR0706]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995"/>
            <a:ext cx="8063865" cy="852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Domain: </a:t>
            </a:r>
            <a:r>
              <a:rPr lang="en-US" sz="1500" dirty="0">
                <a:solidFill>
                  <a:srgbClr val="FFFFFF"/>
                </a:solidFill>
              </a:rPr>
              <a:t>Project management · Graph algorithms (Problem 93)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02 ·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The Challenge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3291840"/>
          </a:xfrm>
          <a:prstGeom prst="rect">
            <a:avLst/>
          </a:prstGeom>
          <a:solidFill>
            <a:srgbClr val="E2483D"/>
          </a:solidFill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Real-world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Projects, builds and course plans are full of "A before B" rules. If the rules loop back on themselves, no valid schedule exists.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329184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0" name="Shape 8"/>
          <p:cNvSpPr/>
          <p:nvPr/>
        </p:nvSpPr>
        <p:spPr>
          <a:xfrm>
            <a:off x="3246120" y="1234440"/>
            <a:ext cx="64008" cy="329184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916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A hidden circular dependency stalls teams, breaks build pipelines and wastes weeks. Finding it early is cheap; finding it late is not.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4" name="Shape 12"/>
          <p:cNvSpPr/>
          <p:nvPr/>
        </p:nvSpPr>
        <p:spPr>
          <a:xfrm>
            <a:off x="6035040" y="1234440"/>
            <a:ext cx="64008" cy="329184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Key challenges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916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Making DFS recursion visible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Pinpointing the exact cycle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Showing an order, not just yes/no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Comparing two topological methods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03 · WHAT MAKES US DIFFERENT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Our Innovation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83"/>
                </a:solidFill>
              </a:rPr>
              <a:t>Core idea: </a:t>
            </a:r>
            <a:r>
              <a:rPr lang="en-US" sz="1700" dirty="0">
                <a:solidFill>
                  <a:srgbClr val="222222"/>
                </a:solidFill>
              </a:rPr>
              <a:t>turn a list of dependencies into a graph you can watch being solved.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37160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13716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Cycle pinpointing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DFS colors nodes white / gray / black; a back edge to a gray node highlights the exact loop in 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37160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1" name="Shape 9"/>
          <p:cNvSpPr/>
          <p:nvPr/>
        </p:nvSpPr>
        <p:spPr>
          <a:xfrm>
            <a:off x="4663440" y="1691640"/>
            <a:ext cx="64008" cy="13716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12" name="Text 10"/>
          <p:cNvSpPr txBox="1"/>
          <p:nvPr/>
        </p:nvSpPr>
        <p:spPr>
          <a:xfrm>
            <a:off x="4846320" y="1783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Two algorithms, one graph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DFS finish-time order vs Kahn's in-degree queue — switch and compare edge checks and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5" name="Shape 13"/>
          <p:cNvSpPr/>
          <p:nvPr/>
        </p:nvSpPr>
        <p:spPr>
          <a:xfrm>
            <a:off x="457200" y="3200400"/>
            <a:ext cx="64008" cy="13716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Type to edit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Write "A -&gt; B" lines and the graph, result and timing update instantly.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37160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9" name="Shape 17"/>
          <p:cNvSpPr/>
          <p:nvPr/>
        </p:nvSpPr>
        <p:spPr>
          <a:xfrm>
            <a:off x="4663440" y="3200400"/>
            <a:ext cx="64008" cy="13716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20" name="Text 18"/>
          <p:cNvSpPr txBox="1"/>
          <p:nvPr/>
        </p:nvSpPr>
        <p:spPr>
          <a:xfrm>
            <a:off x="4846320" y="32918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Explained step by step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5760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Every frame has a plain-English message and a replayable log.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04 · 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Input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Lines like "A -&gt; B" (A before 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13432" y="1965960"/>
            <a:ext cx="256032" cy="274320"/>
          </a:xfrm>
          <a:prstGeom prst="rightArrow">
            <a:avLst/>
          </a:prstGeom>
          <a:solidFill>
            <a:srgbClr val="F2A93B"/>
          </a:solidFill>
        </p:spPr>
      </p:sp>
      <p:sp>
        <p:nvSpPr>
          <p:cNvPr id="9" name="Shape 7"/>
          <p:cNvSpPr/>
          <p:nvPr/>
        </p:nvSpPr>
        <p:spPr>
          <a:xfrm>
            <a:off x="26060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</p:spPr>
      </p:sp>
      <p:sp>
        <p:nvSpPr>
          <p:cNvPr id="10" name="Text 8"/>
          <p:cNvSpPr txBox="1"/>
          <p:nvPr/>
        </p:nvSpPr>
        <p:spPr>
          <a:xfrm>
            <a:off x="2697480" y="1463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Processing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7452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Build adjacency list; record every step as a 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1965960"/>
            <a:ext cx="256032" cy="274320"/>
          </a:xfrm>
          <a:prstGeom prst="rightArrow">
            <a:avLst/>
          </a:prstGeom>
          <a:solidFill>
            <a:srgbClr val="F2A93B"/>
          </a:solidFill>
        </p:spPr>
      </p:sp>
      <p:sp>
        <p:nvSpPr>
          <p:cNvPr id="13" name="Shape 11"/>
          <p:cNvSpPr/>
          <p:nvPr/>
        </p:nvSpPr>
        <p:spPr>
          <a:xfrm>
            <a:off x="475488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2F8F83"/>
          </a:solidFill>
        </p:spPr>
      </p:sp>
      <p:sp>
        <p:nvSpPr>
          <p:cNvPr id="14" name="Text 12"/>
          <p:cNvSpPr txBox="1"/>
          <p:nvPr/>
        </p:nvSpPr>
        <p:spPr>
          <a:xfrm>
            <a:off x="4846320" y="1463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Algorithm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DFS topological sort or Kahn's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1112" y="1965960"/>
            <a:ext cx="256032" cy="274320"/>
          </a:xfrm>
          <a:prstGeom prst="rightArrow">
            <a:avLst/>
          </a:prstGeom>
          <a:solidFill>
            <a:srgbClr val="F2A93B"/>
          </a:solidFill>
        </p:spPr>
      </p:sp>
      <p:sp>
        <p:nvSpPr>
          <p:cNvPr id="17" name="Shape 15"/>
          <p:cNvSpPr/>
          <p:nvPr/>
        </p:nvSpPr>
        <p:spPr>
          <a:xfrm>
            <a:off x="690372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</p:spPr>
      </p:sp>
      <p:sp>
        <p:nvSpPr>
          <p:cNvPr id="18" name="Text 16"/>
          <p:cNvSpPr txBox="1"/>
          <p:nvPr/>
        </p:nvSpPr>
        <p:spPr>
          <a:xfrm>
            <a:off x="6995160" y="1463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Output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87452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Colored graph, order chips, or the cycle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User journey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1  Enter or load tasks   →   2  Pick algorithm   →   3  Run / Step through   →   4  Read order or cycle   →   5  Fix the dependency and re-run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05 · TECH STACK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Technology &amp; Algorithms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F83"/>
                </a:solidFill>
              </a:rPr>
              <a:t>Stack: </a:t>
            </a:r>
            <a:r>
              <a:rPr lang="en-US" sz="1500" dirty="0">
                <a:solidFill>
                  <a:srgbClr val="222222"/>
                </a:solidFill>
              </a:rPr>
              <a:t>HTML · CSS · JavaScript · SVG graph rendering · performance.now() timing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691640"/>
          <a:ext cx="822960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1280160"/>
                <a:gridCol w="109728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/ why chosen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DFS (3-color)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Explores deeply; a back edge proves a cycle and reveals its path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 + 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DFS Topological Sort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Reverse finish order respects every dependency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 + 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Kahn's Algorithm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Intuitive "ready queue"; leftover nodes expose a cycle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 + 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O(V)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06 · RESULTS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Demo &amp; Impact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Sample project (7 tasks, 7 dependencies)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188720" y="1828800"/>
            <a:ext cx="320040" cy="548640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320040" cy="548640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828800"/>
            <a:ext cx="320040" cy="914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40280" y="2926080"/>
            <a:ext cx="320040" cy="914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828800"/>
            <a:ext cx="320040" cy="822960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3291840" y="2651760"/>
            <a:ext cx="320040" cy="274320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1188720" y="2651760"/>
            <a:ext cx="2423160" cy="914400"/>
          </a:xfrm>
          <a:prstGeom prst="line">
            <a:avLst/>
          </a:prstGeom>
          <a:noFill/>
          <a:ln w="19050">
            <a:solidFill>
              <a:srgbClr val="9A9A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14" name="Text 12"/>
          <p:cNvSpPr txBox="1"/>
          <p:nvPr/>
        </p:nvSpPr>
        <p:spPr>
          <a:xfrm>
            <a:off x="457200" y="21945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164592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18" name="Text 16"/>
          <p:cNvSpPr txBox="1"/>
          <p:nvPr/>
        </p:nvSpPr>
        <p:spPr>
          <a:xfrm>
            <a:off x="1508760" y="16459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08760" y="27432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20" name="Text 18"/>
          <p:cNvSpPr txBox="1"/>
          <p:nvPr/>
        </p:nvSpPr>
        <p:spPr>
          <a:xfrm>
            <a:off x="1508760" y="27432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64592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22" name="Text 20"/>
          <p:cNvSpPr txBox="1"/>
          <p:nvPr/>
        </p:nvSpPr>
        <p:spPr>
          <a:xfrm>
            <a:off x="2560320" y="16459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Tests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27432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24" name="Text 22"/>
          <p:cNvSpPr txBox="1"/>
          <p:nvPr/>
        </p:nvSpPr>
        <p:spPr>
          <a:xfrm>
            <a:off x="2560320" y="27432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UI Tests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246888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F8F83"/>
          </a:solidFill>
        </p:spPr>
      </p:sp>
      <p:sp>
        <p:nvSpPr>
          <p:cNvPr id="26" name="Text 24"/>
          <p:cNvSpPr txBox="1"/>
          <p:nvPr/>
        </p:nvSpPr>
        <p:spPr>
          <a:xfrm>
            <a:off x="3611880" y="24688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Release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572000" y="1188720"/>
          <a:ext cx="420624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Valid graph — DFS order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Docs → Design → Frontend → UI Tests → Backend → API Tests → Release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Valid graph — Kahn order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Design → Docs → Backend → Frontend → API Tests → UI Tests → Release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Cyclic graph — DFS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2483D"/>
                          </a:solidFill>
                        </a:rPr>
                        <a:t>Cycle: Backend → API → Auth → Backend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Cyclic graph — Kahn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2483D"/>
                          </a:solidFill>
                        </a:rPr>
                        <a:t>Stuck: Backend, API, Auth, Release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29" name="Text 26"/>
          <p:cNvSpPr txBox="1"/>
          <p:nvPr/>
        </p:nvSpPr>
        <p:spPr>
          <a:xfrm>
            <a:off x="594360" y="416052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Both methods touch each edge once (7 checks for 7 edges). Benefit: catch circular dependencies before work starts.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F83"/>
                </a:solidFill>
              </a:rPr>
              <a:t>07 · WHAT'S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Future Vision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246888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2468880"/>
          </a:xfrm>
          <a:prstGeom prst="rect">
            <a:avLst/>
          </a:prstGeom>
          <a:solidFill>
            <a:srgbClr val="2F8F83"/>
          </a:solidFill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Achieved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DFS cycle detection with exact path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Two topological sorts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Live editing, step-through, timing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246888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0" name="Shape 8"/>
          <p:cNvSpPr/>
          <p:nvPr/>
        </p:nvSpPr>
        <p:spPr>
          <a:xfrm>
            <a:off x="3246120" y="1234440"/>
            <a:ext cx="64008" cy="246888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Next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9164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Task durations + critical path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Drag-and-drop graph editor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Import from CSV / Jira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2468880"/>
          </a:xfrm>
          <a:prstGeom prst="rect">
            <a:avLst/>
          </a:prstGeom>
          <a:solidFill>
            <a:srgbClr val="F4F4F0"/>
          </a:solidFill>
        </p:spPr>
      </p:sp>
      <p:sp>
        <p:nvSpPr>
          <p:cNvPr id="14" name="Shape 12"/>
          <p:cNvSpPr/>
          <p:nvPr/>
        </p:nvSpPr>
        <p:spPr>
          <a:xfrm>
            <a:off x="6035040" y="1234440"/>
            <a:ext cx="64008" cy="24688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Scalability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9164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Linear O(V + E) algorithms handle thousands of tasks; add layered layout and zoom for large graphs.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18" name="Text 16"/>
          <p:cNvSpPr txBox="1"/>
          <p:nvPr/>
        </p:nvSpPr>
        <p:spPr>
          <a:xfrm>
            <a:off x="594360" y="3886200"/>
            <a:ext cx="7955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Takeaway: a schedule is only as good as its dependencies — make them visible.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70760" y="270510"/>
            <a:ext cx="4221480" cy="422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2944</Words>
  <Application>WPS Presentation</Application>
  <PresentationFormat>On-screen Show (16:9)</PresentationFormat>
  <Paragraphs>179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vandu</cp:lastModifiedBy>
  <cp:revision>2</cp:revision>
  <dcterms:created xsi:type="dcterms:W3CDTF">2026-10-03T05:34:00Z</dcterms:created>
  <dcterms:modified xsi:type="dcterms:W3CDTF">2026-10-03T06:12:16Z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7B4AA7B24C7D433C8FBECFA5CA4D4DF9_12</vt:lpwstr>
  </property>
</Properties>
</file>